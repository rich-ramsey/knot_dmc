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2"/>
    <p:restoredTop sz="94592"/>
  </p:normalViewPr>
  <p:slideViewPr>
    <p:cSldViewPr snapToGrid="0">
      <p:cViewPr varScale="1">
        <p:scale>
          <a:sx n="86" d="100"/>
          <a:sy n="86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77CB-0ADB-8054-8106-D3D4FB33E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12E8F-672B-AE67-7F75-B7F1C4C19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63B88-3A4E-9643-1C4F-403D2F72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5930-8B73-78B7-0E55-E516D2B3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291DB-D8B7-4828-76BB-0E3BAD4E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501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85ED-7A8B-550B-2E83-9E078869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DF829-9E6D-C529-D914-93FDE8C16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1DC49-3232-1E89-A4C1-4F9B7F0B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88F78-9620-7400-AA3D-7E424AA9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6C420-8808-A54E-FF44-9163D8C3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1639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D5FE-A7E5-40CE-C727-4E8563AE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43E01-B1B8-06D8-BAEC-BB7240C65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71AB4-34FE-56C6-C875-88B1283D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DB783-0CAA-314E-7FB1-2FE4BC47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961A-1099-ABA7-4FE0-FED6A30D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8181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6C5A-67D4-74AB-85FA-E3F9E549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F3DE-41B1-6C80-11CA-48595F8DF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7BFE9-3973-D0BA-203D-96E94EB67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5F24D-2ED4-87FD-D409-1EA1321C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8A9A8-F584-27D4-F145-662BB119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6D266-C9BB-E6B9-72F2-B7EC053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094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EA2F-45A3-9A63-391D-BFDD6190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60CBC-4478-49AA-7685-F4C1BCEC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12F4E-C288-49C0-33B3-FF85C3ACB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EDCCF-24FC-8C94-85B4-2A976C0F4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CCA6D-DA42-B82D-8F08-A5EF837A1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2AFCF-6D7C-41E1-CCCD-F8B8B925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ECB04-4AF0-CE6F-0971-52B326D6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4981F-511B-0978-7088-820706B7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12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742F-1FAD-F6F3-DBF2-98A439AD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2E353-E40A-E1E8-FB47-8B630EF2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A4BF6-3AC1-A841-28F5-69DE79A8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B2535-F7A6-6A5F-D3A5-881C645D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9139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B59BF-1C94-8101-C937-B6C89692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ABC66-7FFB-A945-6FE8-F99B7EB4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D7E1F-5896-694B-EE28-E1BDAF8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629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6DA8-D34F-4FD8-AE8A-4AC31279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C2A1-7F76-4E62-FA67-21AC4866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799CA-56F5-0A0A-71AC-7F0EB37D1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01FCD-1865-940A-11CE-52990942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1EFF5-DC47-F058-BCA3-06AF997B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F02E6-4845-487A-BF1E-33BD18EC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838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A893-98F8-D7F5-6BAA-636754F2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516A8-EFEE-8FE2-AA3E-4C85CB4A2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BF7E3-1278-37BD-CDEF-82B4BD17D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F2151-8A8A-BC87-10DF-12104A48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43191-1265-F825-6925-3F2327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D69D8-D3AB-5E54-5477-1B4066D5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5627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D26E-471A-BF15-8051-8CEE8EF9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23E4A-CD03-EB13-1021-A3A07BD5B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48550-0103-628E-95EE-12862E91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9A536-7E13-83B3-7A7E-5154A917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CCD4-69FF-0990-A48E-3AB67155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0886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4FBD8-A392-9887-1D2D-CC88CB2D2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6E4CE-A30D-9994-5185-4A69BEB36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28C5-06B2-C90A-F475-062FC9FD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56248-E49E-C8F6-A2DA-957DD81A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1B083-2D5C-B46A-19D8-D89A03FF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405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EF051-C65A-F473-87DF-0C994F07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B7758-B09D-5477-470A-9B0FA156D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7BC8E-3515-3723-D815-CD127882D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74DE8-0785-104D-954C-CC9D1C9FF929}" type="datetimeFigureOut">
              <a:rPr lang="en-CH" smtClean="0"/>
              <a:t>05.11.2025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6D52E-BB4E-15EE-0F19-798A34691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AD101-821D-7875-CBA1-7A302D393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C51AF-7E68-6244-9258-84B321EC0DD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3479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0FD0E5-B568-71B7-8B2B-89581A110DC2}"/>
              </a:ext>
            </a:extLst>
          </p:cNvPr>
          <p:cNvSpPr/>
          <p:nvPr/>
        </p:nvSpPr>
        <p:spPr>
          <a:xfrm>
            <a:off x="277586" y="620484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5E795-37B2-2232-56FC-698EC419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02" y="899963"/>
            <a:ext cx="540000" cy="54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979A6-7306-112C-879F-6F09CFC6E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44" y="928991"/>
            <a:ext cx="540000" cy="5400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C5436F5-74D1-21C5-A49F-C0F25DF9037A}"/>
              </a:ext>
            </a:extLst>
          </p:cNvPr>
          <p:cNvSpPr/>
          <p:nvPr/>
        </p:nvSpPr>
        <p:spPr>
          <a:xfrm>
            <a:off x="2099129" y="631119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C25D7E2-4DA9-9AE2-DE34-8884655B9A23}"/>
              </a:ext>
            </a:extLst>
          </p:cNvPr>
          <p:cNvSpPr/>
          <p:nvPr/>
        </p:nvSpPr>
        <p:spPr>
          <a:xfrm>
            <a:off x="3920672" y="645633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7CF0CA-0619-575C-7A41-38268562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488" y="925112"/>
            <a:ext cx="540000" cy="54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F608FB-2213-B5FA-1A65-D2C641274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630" y="954140"/>
            <a:ext cx="540000" cy="54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03FD98-A567-95DF-F7BE-E8173FCD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96" y="954140"/>
            <a:ext cx="540000" cy="540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42CF55-1CA8-96D4-0DC1-C28DD4606267}"/>
              </a:ext>
            </a:extLst>
          </p:cNvPr>
          <p:cNvCxnSpPr/>
          <p:nvPr/>
        </p:nvCxnSpPr>
        <p:spPr>
          <a:xfrm>
            <a:off x="1872343" y="566054"/>
            <a:ext cx="0" cy="126000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3E16DC-AAB8-C497-4147-DF6F49BF7C39}"/>
              </a:ext>
            </a:extLst>
          </p:cNvPr>
          <p:cNvCxnSpPr/>
          <p:nvPr/>
        </p:nvCxnSpPr>
        <p:spPr>
          <a:xfrm>
            <a:off x="3722914" y="566054"/>
            <a:ext cx="0" cy="126000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A5F5E9D-8A1C-C874-7575-DF3AE47A788A}"/>
              </a:ext>
            </a:extLst>
          </p:cNvPr>
          <p:cNvSpPr txBox="1"/>
          <p:nvPr/>
        </p:nvSpPr>
        <p:spPr>
          <a:xfrm>
            <a:off x="342981" y="148582"/>
            <a:ext cx="139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Pre-training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2191D-0FA8-3C59-22D0-B50BD21275FA}"/>
              </a:ext>
            </a:extLst>
          </p:cNvPr>
          <p:cNvSpPr txBox="1"/>
          <p:nvPr/>
        </p:nvSpPr>
        <p:spPr>
          <a:xfrm>
            <a:off x="3942484" y="148582"/>
            <a:ext cx="139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Post-training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661226-DD68-4D90-7FDF-352E94E3587F}"/>
              </a:ext>
            </a:extLst>
          </p:cNvPr>
          <p:cNvSpPr txBox="1"/>
          <p:nvPr/>
        </p:nvSpPr>
        <p:spPr>
          <a:xfrm>
            <a:off x="570190" y="3556177"/>
            <a:ext cx="91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POLKA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CA49-D794-14D3-93D6-FED34E1EC7B1}"/>
              </a:ext>
            </a:extLst>
          </p:cNvPr>
          <p:cNvSpPr txBox="1"/>
          <p:nvPr/>
        </p:nvSpPr>
        <p:spPr>
          <a:xfrm>
            <a:off x="1984582" y="1953773"/>
            <a:ext cx="19579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5 sessions (1 per day)</a:t>
            </a:r>
          </a:p>
          <a:p>
            <a:r>
              <a:rPr lang="en-CH" sz="1400" b="1" dirty="0"/>
              <a:t>Name 10 knots </a:t>
            </a:r>
          </a:p>
          <a:p>
            <a:r>
              <a:rPr lang="en-CH" sz="1400" b="1" dirty="0"/>
              <a:t>Tie 10 knots</a:t>
            </a:r>
          </a:p>
          <a:p>
            <a:r>
              <a:rPr lang="en-CH" sz="1400" b="1" dirty="0"/>
              <a:t>Name and Tie 10 knots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C2354-11AA-6182-CECD-231A4553CA38}"/>
              </a:ext>
            </a:extLst>
          </p:cNvPr>
          <p:cNvSpPr txBox="1"/>
          <p:nvPr/>
        </p:nvSpPr>
        <p:spPr>
          <a:xfrm>
            <a:off x="234044" y="1928624"/>
            <a:ext cx="1594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Forced choice task (same/different)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8DAF1B-8E54-58B5-6DD8-E9F828D34A65}"/>
              </a:ext>
            </a:extLst>
          </p:cNvPr>
          <p:cNvSpPr txBox="1"/>
          <p:nvPr/>
        </p:nvSpPr>
        <p:spPr>
          <a:xfrm>
            <a:off x="3840845" y="1929586"/>
            <a:ext cx="1594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Forced choice task (same/different)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27AE7E-3CFD-680A-353A-5A3A2D0B7B5C}"/>
              </a:ext>
            </a:extLst>
          </p:cNvPr>
          <p:cNvCxnSpPr>
            <a:cxnSpLocks/>
          </p:cNvCxnSpPr>
          <p:nvPr/>
        </p:nvCxnSpPr>
        <p:spPr>
          <a:xfrm>
            <a:off x="33343" y="3022894"/>
            <a:ext cx="5435598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9BCC418-E1BA-F524-21E1-31A26F28AFBD}"/>
              </a:ext>
            </a:extLst>
          </p:cNvPr>
          <p:cNvSpPr/>
          <p:nvPr/>
        </p:nvSpPr>
        <p:spPr>
          <a:xfrm>
            <a:off x="278378" y="3557931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1EBD5C6-CA88-F55A-3B18-D5C527D9478D}"/>
              </a:ext>
            </a:extLst>
          </p:cNvPr>
          <p:cNvSpPr/>
          <p:nvPr/>
        </p:nvSpPr>
        <p:spPr>
          <a:xfrm>
            <a:off x="2105501" y="3545961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9EB52E8-433D-00CC-7A71-F5A1D9616EA3}"/>
              </a:ext>
            </a:extLst>
          </p:cNvPr>
          <p:cNvSpPr/>
          <p:nvPr/>
        </p:nvSpPr>
        <p:spPr>
          <a:xfrm>
            <a:off x="4000499" y="3548816"/>
            <a:ext cx="1435100" cy="110671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8049409-8871-1BE0-DFA1-3F88F7CEF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8" y="3865690"/>
            <a:ext cx="540000" cy="54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A7A951-1DE9-D689-5671-F684B8E9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51" y="3829318"/>
            <a:ext cx="540000" cy="540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8E0BC92-F982-BDCB-325A-6B525A65D53E}"/>
              </a:ext>
            </a:extLst>
          </p:cNvPr>
          <p:cNvSpPr txBox="1"/>
          <p:nvPr/>
        </p:nvSpPr>
        <p:spPr>
          <a:xfrm>
            <a:off x="2331438" y="142723"/>
            <a:ext cx="139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Training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9B0C5D-ECF7-0024-40B1-93A460D5EF88}"/>
              </a:ext>
            </a:extLst>
          </p:cNvPr>
          <p:cNvSpPr txBox="1"/>
          <p:nvPr/>
        </p:nvSpPr>
        <p:spPr>
          <a:xfrm>
            <a:off x="4189517" y="3548816"/>
            <a:ext cx="11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SPANGLE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1CC5BF-6146-530A-FEC6-69FD534D0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242800" y="3879545"/>
            <a:ext cx="900000" cy="61874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D45A6D8-FEBB-0DEF-0223-E325412EF0A0}"/>
              </a:ext>
            </a:extLst>
          </p:cNvPr>
          <p:cNvSpPr txBox="1"/>
          <p:nvPr/>
        </p:nvSpPr>
        <p:spPr>
          <a:xfrm>
            <a:off x="603146" y="3157812"/>
            <a:ext cx="91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Name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48D891-C467-1766-E84E-E98A06FC5BA1}"/>
              </a:ext>
            </a:extLst>
          </p:cNvPr>
          <p:cNvSpPr txBox="1"/>
          <p:nvPr/>
        </p:nvSpPr>
        <p:spPr>
          <a:xfrm>
            <a:off x="2524052" y="3157812"/>
            <a:ext cx="91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Tie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9BBC5D-16CA-B079-6835-FF96872DE8BF}"/>
              </a:ext>
            </a:extLst>
          </p:cNvPr>
          <p:cNvSpPr txBox="1"/>
          <p:nvPr/>
        </p:nvSpPr>
        <p:spPr>
          <a:xfrm>
            <a:off x="4062765" y="3137708"/>
            <a:ext cx="137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b="1" dirty="0"/>
              <a:t>Name &amp; Tie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D89526-EE7F-C81C-60B0-81BD21FC1C39}"/>
              </a:ext>
            </a:extLst>
          </p:cNvPr>
          <p:cNvSpPr txBox="1"/>
          <p:nvPr/>
        </p:nvSpPr>
        <p:spPr>
          <a:xfrm>
            <a:off x="-19876" y="96760"/>
            <a:ext cx="342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/>
              <a:t>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A96A44-1E5F-96D8-CA48-52AA401D4CBB}"/>
              </a:ext>
            </a:extLst>
          </p:cNvPr>
          <p:cNvSpPr txBox="1"/>
          <p:nvPr/>
        </p:nvSpPr>
        <p:spPr>
          <a:xfrm>
            <a:off x="0" y="3049806"/>
            <a:ext cx="342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/>
              <a:t>B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9E9DBCB-A424-C35B-132A-913941697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191" y="3891974"/>
            <a:ext cx="720000" cy="720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15D9A48-7BB0-B859-738D-3F23E4B12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3397" y="3891974"/>
            <a:ext cx="720000" cy="720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2FCBFC3-17D4-0ECC-D55E-B0D5C65E2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759" y="3977307"/>
            <a:ext cx="720000" cy="72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2F4BDAB-CD83-D9EC-13F6-E6D084AC9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014" y="392024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46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Ramsey  Richard</dc:creator>
  <cp:lastModifiedBy>Ramsey  Richard</cp:lastModifiedBy>
  <cp:revision>6</cp:revision>
  <dcterms:created xsi:type="dcterms:W3CDTF">2025-11-05T11:44:03Z</dcterms:created>
  <dcterms:modified xsi:type="dcterms:W3CDTF">2025-11-05T12:30:29Z</dcterms:modified>
</cp:coreProperties>
</file>